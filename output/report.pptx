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F71EB-3A53-CF33-F83D-7E443A86D7B3}" v="14" dt="2026-01-07T19:18:46.313"/>
    <p1510:client id="{EB77211F-F1BA-60EB-9F46-3284C3F83F44}" v="2" dt="2026-01-07T19:14:47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5/10/relationships/revisionInfo" Target="revisionInfo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Failed</c:v>
                </c:pt>
                <c:pt idx="1">
                  <c:v>Passed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Failed Cases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Session 1</c:v>
                </c:pt>
                <c:pt idx="1">
                  <c:v>Session 2</c:v>
                </c:pt>
                <c:pt idx="2">
                  <c:v>Session 3</c:v>
                </c:pt>
                <c:pt idx="3">
                  <c:v>Session 4</c:v>
                </c:pt>
                <c:pt idx="4">
                  <c:v>Session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Passed Cases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Session 1</c:v>
                </c:pt>
                <c:pt idx="1">
                  <c:v>Session 2</c:v>
                </c:pt>
                <c:pt idx="2">
                  <c:v>Session 3</c:v>
                </c:pt>
                <c:pt idx="3">
                  <c:v>Session 4</c:v>
                </c:pt>
                <c:pt idx="4">
                  <c:v>Session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Number of Test 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763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64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86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5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97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2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4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53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6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6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95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8713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635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6684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265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999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8825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263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97FC8D-1C5D-0E97-683C-27CD2B6A3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5424" y="545420"/>
            <a:ext cx="8791575" cy="2387600"/>
          </a:xfrm>
        </p:spPr>
        <p:txBody>
          <a:bodyPr/>
          <a:lstStyle/>
          <a:p>
            <a:r>
              <a:rPr lang="en-US" dirty="0"/>
              <a:t>Arts – </a:t>
            </a:r>
            <a:r>
              <a:rPr lang="en-US" dirty="0" err="1"/>
              <a:t>Langraph</a:t>
            </a:r>
            <a:r>
              <a:rPr lang="en-US" dirty="0"/>
              <a:t> </a:t>
            </a:r>
            <a:r>
              <a:rPr lang="en-US" dirty="0" err="1"/>
              <a:t>presentatıon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948590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5 Test Sessions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recent test executions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/>
                        <a:t>Session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Test 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NF 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Duration (sec)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Failed Cases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Pass Cases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SmokeT02_I_ARTSBELVM02_hotspot_c230-101_1766485947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SmokeT02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hotspot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DupSmokeT04_I_ARTSBELVM02_hotspot_c230-101_1766486797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SmokeT02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hotspot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SmokeT03_I_ARTSBELVM02_hotspot_c230-101_1766486270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SmokeT02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hotspot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SmokeT04_I_ARTSBELVM02_hotspot_c230-101_1766486797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SmokeT02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hotspot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hsssdl_isup_I_ARTS03_hss_test-201_1762904770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hsssdl_isup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1532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</TotalTime>
  <Words>4</Words>
  <Application>Microsoft Office PowerPoint</Application>
  <PresentationFormat>Geniş ekran</PresentationFormat>
  <Paragraphs>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2" baseType="lpstr">
      <vt:lpstr>Slice</vt:lpstr>
      <vt:lpstr>Arts – Langraph presentatıon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Vedat Zeybek</cp:lastModifiedBy>
  <cp:revision>24</cp:revision>
  <dcterms:created xsi:type="dcterms:W3CDTF">2026-01-07T14:23:29Z</dcterms:created>
  <dcterms:modified xsi:type="dcterms:W3CDTF">2026-01-07T19:20:42Z</dcterms:modified>
</cp:coreProperties>
</file>